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Variants expressed %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Hydrolases</c:v>
                </c:pt>
                <c:pt idx="1">
                  <c:v>Oxidases</c:v>
                </c:pt>
                <c:pt idx="2">
                  <c:v>Transferases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82</c:v>
                </c:pt>
                <c:pt idx="1">
                  <c:v>64</c:v>
                </c:pt>
                <c:pt idx="2">
                  <c:v>71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Oxidases express worst in the current host strain.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Expression yield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Helix Bioworks host strain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Expression success by library family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64592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